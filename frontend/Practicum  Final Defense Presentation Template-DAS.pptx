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0"/>
  </p:notesMasterIdLst>
  <p:sldIdLst>
    <p:sldId id="256" r:id="rId2"/>
    <p:sldId id="262" r:id="rId3"/>
    <p:sldId id="257" r:id="rId4"/>
    <p:sldId id="285" r:id="rId5"/>
    <p:sldId id="274" r:id="rId6"/>
    <p:sldId id="283" r:id="rId7"/>
    <p:sldId id="275" r:id="rId8"/>
    <p:sldId id="28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853" autoAdjust="0"/>
    <p:restoredTop sz="94291" autoAdjust="0"/>
  </p:normalViewPr>
  <p:slideViewPr>
    <p:cSldViewPr>
      <p:cViewPr varScale="1">
        <p:scale>
          <a:sx n="116" d="100"/>
          <a:sy n="116" d="100"/>
        </p:scale>
        <p:origin x="-151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Sunday, July 6,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514600"/>
            <a:ext cx="7620000" cy="1828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</a:t>
            </a: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for: </a:t>
            </a:r>
            <a:r>
              <a:rPr lang="en-US" sz="2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Practicum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Defense Committee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Department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of  Computer Science and Engineering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4458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 smtClean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  <a:endParaRPr lang="en-US" sz="1200" b="1" kern="10" spc="24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008000"/>
              </a:solidFill>
              <a:effectLst/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 smtClean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143000"/>
            <a:ext cx="7848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Place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Practicum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 Here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2895600" y="2209800"/>
            <a:ext cx="3918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Course Code: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Practicum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CSC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490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267200" y="4724400"/>
            <a:ext cx="480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Name: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409" y="6248400"/>
            <a:ext cx="36763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Place the presentation date here</a:t>
            </a:r>
            <a:endParaRPr lang="en-US" sz="20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98120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52400" y="47244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Faculty Name </a:t>
            </a:r>
          </a:p>
          <a:p>
            <a:pPr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Designation </a:t>
            </a:r>
          </a:p>
        </p:txBody>
      </p:sp>
      <p:pic>
        <p:nvPicPr>
          <p:cNvPr id="19" name="Picture 18" descr="Logo"/>
          <p:cNvPicPr/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38" y="3733800"/>
            <a:ext cx="457200" cy="4705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671816" cy="4873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cs typeface="Times New Roman" panose="02020603050405020304" pitchFamily="18" charset="0"/>
              </a:rPr>
              <a:t>Introduction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cs typeface="Times New Roman" panose="02020603050405020304" pitchFamily="18" charset="0"/>
              </a:rPr>
              <a:t>…</a:t>
            </a:r>
            <a:endParaRPr lang="en-US" sz="2800" dirty="0"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5638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GB" sz="2800" dirty="0" smtClean="0"/>
              <a:t> </a:t>
            </a:r>
            <a:r>
              <a:rPr lang="en-US" sz="2800" dirty="0" smtClean="0"/>
              <a:t>…</a:t>
            </a:r>
            <a:endParaRPr lang="en-US" sz="2800" dirty="0" smtClean="0"/>
          </a:p>
          <a:p>
            <a:pPr algn="just"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en-US" sz="2800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cs typeface="Times New Roman" panose="02020603050405020304" pitchFamily="18" charset="0"/>
              </a:rPr>
              <a:t>…</a:t>
            </a:r>
            <a:endParaRPr 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References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i="0" dirty="0" smtClean="0">
                <a:effectLst/>
                <a:cs typeface="Times New Roman" panose="02020603050405020304" pitchFamily="18" charset="0"/>
              </a:rPr>
              <a:t>List here the reference list by following the Harvard referencing format  (Remove this line)</a:t>
            </a:r>
            <a:endParaRPr lang="en-US" sz="1800" b="1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800" b="0" i="0" dirty="0" smtClean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Nasir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Bature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U.I., Tahir, N.M.,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Babawuro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A.Y., Boniface, A. and Hassan, A.M., 2020. Arduino based gas leakage control and temperature monitoring system.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International Journal of Information and Communication Technology (IJ-ICT)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>
                <a:effectLst/>
                <a:cs typeface="Times New Roman" panose="02020603050405020304" pitchFamily="18" charset="0"/>
              </a:rPr>
              <a:t>9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(3), pp.171-178.</a:t>
            </a:r>
          </a:p>
          <a:p>
            <a:pPr marL="0" indent="0" algn="just">
              <a:buNone/>
            </a:pP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Qasim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H.H.,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Hamza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A.E., Ibrahim, H.H.,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Saeed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H.A. and </a:t>
            </a: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Hamzah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M.I., 2020. Design and implementation home security system and monitoring by using wireless sensor networks WSN/internet of things IOT.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International Journal of Electrical and Computer Engineering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10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(3), p.2617.</a:t>
            </a:r>
          </a:p>
          <a:p>
            <a:pPr marL="0" indent="0" algn="just">
              <a:buNone/>
            </a:pPr>
            <a:endParaRPr lang="en-US" sz="1800" b="0" i="0" dirty="0" smtClean="0">
              <a:effectLst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0" i="0" dirty="0" err="1" smtClean="0">
                <a:effectLst/>
                <a:cs typeface="Times New Roman" panose="02020603050405020304" pitchFamily="18" charset="0"/>
              </a:rPr>
              <a:t>Saxena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 A. and Pal, R., 2020. IoT Based Security and Controlled Smart Home Automation System Using GSM.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International Journal of Research in Engineering, Science and Management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, </a:t>
            </a:r>
            <a:r>
              <a:rPr lang="en-US" sz="1800" b="0" i="1" dirty="0" smtClean="0">
                <a:effectLst/>
                <a:cs typeface="Times New Roman" panose="02020603050405020304" pitchFamily="18" charset="0"/>
              </a:rPr>
              <a:t>3</a:t>
            </a:r>
            <a:r>
              <a:rPr lang="en-US" sz="1800" b="0" i="0" dirty="0" smtClean="0">
                <a:effectLst/>
                <a:cs typeface="Times New Roman" panose="02020603050405020304" pitchFamily="18" charset="0"/>
              </a:rPr>
              <a:t>(8), pp.445-448.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629400"/>
            <a:ext cx="7696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>
              <a:defRPr/>
            </a:pPr>
            <a:r>
              <a:rPr lang="en-US" sz="1200" b="1" dirty="0" smtClean="0">
                <a:cs typeface="Times New Roman" pitchFamily="18" charset="0"/>
              </a:rPr>
              <a:t>Place Thesis Title Here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56388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NOTE: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Please consult with your supervisor before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and after preparing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the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Practicum 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Final Defense presentation slides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</a:t>
            </a:r>
            <a:r>
              <a:rPr lang="en-US" sz="4000" dirty="0" smtClean="0">
                <a:latin typeface="Forte" panose="03060902040502070203" pitchFamily="66" charset="0"/>
              </a:rPr>
              <a:t>Questions </a:t>
            </a:r>
            <a:r>
              <a:rPr lang="en-US" sz="4000" dirty="0">
                <a:latin typeface="Forte" panose="03060902040502070203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xmlns="" val="97278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 smtClean="0">
                <a:latin typeface="Forte" pitchFamily="66" charset="0"/>
              </a:rPr>
              <a:t>You</a:t>
            </a:r>
            <a:endParaRPr lang="en-US" sz="3600" b="0" dirty="0">
              <a:latin typeface="Forte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981200"/>
            <a:ext cx="7696200" cy="1447800"/>
          </a:xfrm>
        </p:spPr>
        <p:txBody>
          <a:bodyPr>
            <a:noAutofit/>
          </a:bodyPr>
          <a:lstStyle/>
          <a:p>
            <a:pPr algn="ctr"/>
            <a:r>
              <a:rPr lang="en-US" sz="2400" dirty="0" smtClean="0"/>
              <a:t>Add Backup slides (from here) to provide additional explanations or information (helpful when board members need more details on the presentation).</a:t>
            </a:r>
            <a:endParaRPr lang="en-US" sz="2400" b="0" dirty="0">
              <a:latin typeface="Forte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2026</TotalTime>
  <Words>169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Prepared for:  Practicum Defense Committee   Department of  Computer Science and Engineering </vt:lpstr>
      <vt:lpstr>Contents</vt:lpstr>
      <vt:lpstr>                                    </vt:lpstr>
      <vt:lpstr>Conclusion</vt:lpstr>
      <vt:lpstr>References</vt:lpstr>
      <vt:lpstr>Any Questions ?</vt:lpstr>
      <vt:lpstr>Thank You</vt:lpstr>
      <vt:lpstr>Add Backup slides (from here) to provide additional explanations or information (helpful when board members need more details on the presentation).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sabhi</cp:lastModifiedBy>
  <cp:revision>194</cp:revision>
  <dcterms:created xsi:type="dcterms:W3CDTF">2021-05-07T10:10:49Z</dcterms:created>
  <dcterms:modified xsi:type="dcterms:W3CDTF">2025-07-05T18:26:57Z</dcterms:modified>
</cp:coreProperties>
</file>